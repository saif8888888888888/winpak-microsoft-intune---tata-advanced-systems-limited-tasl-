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70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51" d="100"/>
          <a:sy n="51" d="100"/>
        </p:scale>
        <p:origin x="97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b="0" i="0" dirty="0"/>
            <a:t>MDM configuration, certificate deployment, initial monitoring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1"/>
      <dgm:spPr/>
      <dgm:t>
        <a:bodyPr/>
        <a:lstStyle/>
        <a:p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Day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/>
      <dgm:spPr/>
      <dgm:t>
        <a:bodyPr/>
        <a:lstStyle/>
        <a:p>
          <a:pPr>
            <a:buNone/>
          </a:pPr>
          <a:r>
            <a:rPr lang="en-IN" b="0" i="0" dirty="0"/>
            <a:t>Understand The VDI (Virtual Desktop Infrastructure)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Day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Resolve the Issue By Microsoft Excel </a:t>
          </a:r>
          <a:r>
            <a:rPr lang="en-US" dirty="0" err="1">
              <a:latin typeface="Times New Roman" panose="02020603050405020304" pitchFamily="18" charset="0"/>
              <a:cs typeface="Times New Roman" panose="02020603050405020304" pitchFamily="18" charset="0"/>
            </a:rPr>
            <a:t>Creash</a:t>
          </a:r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 And Delete Files Automatically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Day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Replace The Organization Laptop Battery 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Day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4962E22B-4D4B-4A97-8858-DC78A219A7A3}">
      <dgm:prSet/>
      <dgm:spPr/>
      <dgm:t>
        <a:bodyPr/>
        <a:lstStyle/>
        <a:p>
          <a:r>
            <a:rPr lang="en-US" dirty="0"/>
            <a:t>Assign MDM Intune Project To Monitor the Endpoint And Testing In Real Time</a:t>
          </a:r>
          <a:endParaRPr lang="en-IN" dirty="0"/>
        </a:p>
      </dgm:t>
    </dgm:pt>
    <dgm:pt modelId="{5B774B6D-5246-4CFF-957E-820F8B10D2CC}" type="parTrans" cxnId="{69CBA47E-F202-4D56-A6AE-7C57CBA221D8}">
      <dgm:prSet/>
      <dgm:spPr/>
      <dgm:t>
        <a:bodyPr/>
        <a:lstStyle/>
        <a:p>
          <a:endParaRPr lang="en-IN"/>
        </a:p>
      </dgm:t>
    </dgm:pt>
    <dgm:pt modelId="{5062ED38-3F44-4BD1-9B86-EAFD641B289A}" type="sibTrans" cxnId="{69CBA47E-F202-4D56-A6AE-7C57CBA221D8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69CBA47E-F202-4D56-A6AE-7C57CBA221D8}" srcId="{5E92505A-51E0-4F78-B3C5-704ACF8710DE}" destId="{4962E22B-4D4B-4A97-8858-DC78A219A7A3}" srcOrd="0" destOrd="0" parTransId="{5B774B6D-5246-4CFF-957E-820F8B10D2CC}" sibTransId="{5062ED38-3F44-4BD1-9B86-EAFD641B289A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2D4864C7-EF2E-4223-8B9C-FADADBD997BE}" type="presOf" srcId="{4962E22B-4D4B-4A97-8858-DC78A219A7A3}" destId="{FC0F1314-3294-4A8C-8DCE-EB53E236164C}" srcOrd="0" destOrd="0" presId="urn:microsoft.com/office/officeart/2011/layout/InterconnectedBlockProcess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7AED32F6-8B05-4EEC-B587-D416A5A9E2E6}" type="presOf" srcId="{4962E22B-4D4B-4A97-8858-DC78A219A7A3}" destId="{98225A61-A0EC-450A-BED8-EF2E47E8FD18}" srcOrd="1" destOrd="0" presId="urn:microsoft.com/office/officeart/2011/layout/InterconnectedBlockProcess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t" anchorCtr="0">
          <a:noAutofit/>
        </a:bodyPr>
        <a:lstStyle/>
        <a:p>
          <a:pPr marL="0" lvl="0" indent="0" algn="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0" i="0" kern="1200" dirty="0"/>
            <a:t>MDM configuration, certificate deployment, initial monitoring</a:t>
          </a: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Assign MDM Intune Project To Monitor the Endpoint And Testing In Real Time</a:t>
          </a:r>
          <a:endParaRPr lang="en-IN" sz="1300" kern="1200" dirty="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Day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Replace The Organization Laptop Battery 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Day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Resolve the Issue By Microsoft Excel </a:t>
          </a:r>
          <a:r>
            <a:rPr lang="en-US" sz="130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Creash</a:t>
          </a:r>
          <a:r>
            <a:rPr lang="en-US" sz="13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And Delete Files Automatically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Day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275" tIns="41275" rIns="41275" bIns="41275" numCol="1" spcCol="1270" anchor="t" anchorCtr="0">
          <a:noAutofit/>
        </a:bodyPr>
        <a:lstStyle/>
        <a:p>
          <a:pPr marL="0" lvl="0" indent="0" algn="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b="0" i="0" kern="1200" dirty="0"/>
            <a:t>Understand The VDI (Virtual Desktop Infrastructure)</a:t>
          </a:r>
          <a:endParaRPr lang="en-US" sz="13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Day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11/01/2026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11-01-2026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saif8888888888888/TATA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Cyber Security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Anandraj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Sp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Dr. </a:t>
            </a:r>
            <a:r>
              <a:rPr lang="en-US" sz="20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Sharmasth</a:t>
            </a: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Vali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Intune MDM/ Testing End Points/ End Point Security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159091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Syed Saifulla 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20231CCS3004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8CCS02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en-US" b="1" dirty="0"/>
              <a:t>Company:</a:t>
            </a:r>
            <a:r>
              <a:rPr lang="en-US" dirty="0"/>
              <a:t> </a:t>
            </a:r>
            <a:r>
              <a:rPr lang="en-US" b="1" dirty="0"/>
              <a:t>TATA Advanced Systems Limited (TASL)</a:t>
            </a:r>
            <a:br>
              <a:rPr lang="en-US" dirty="0"/>
            </a:br>
            <a:r>
              <a:rPr lang="en-US" b="1" dirty="0"/>
              <a:t>Industry:</a:t>
            </a:r>
            <a:r>
              <a:rPr lang="en-US" dirty="0"/>
              <a:t> Aerospace, Defense, and Security Solutions</a:t>
            </a:r>
          </a:p>
          <a:p>
            <a:pPr>
              <a:lnSpc>
                <a:spcPct val="120000"/>
              </a:lnSpc>
            </a:pPr>
            <a:r>
              <a:rPr lang="en-US" b="1" dirty="0"/>
              <a:t>Overview:</a:t>
            </a:r>
            <a:br>
              <a:rPr lang="en-US" dirty="0"/>
            </a:br>
            <a:r>
              <a:rPr lang="en-US" dirty="0"/>
              <a:t>TASL is a strategic unit of the Tata Group, focused on high-technology solutions in defense, aerospace, and security sectors.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IT Department – Role:</a:t>
            </a:r>
            <a:br>
              <a:rPr lang="en-US" dirty="0"/>
            </a:br>
            <a:r>
              <a:rPr lang="en-US" dirty="0"/>
              <a:t>Provides secure, reliable, and scalable IT infrastructure supporting critical business operations and compliance.</a:t>
            </a:r>
          </a:p>
          <a:p>
            <a:pPr>
              <a:lnSpc>
                <a:spcPct val="120000"/>
              </a:lnSpc>
            </a:pPr>
            <a:r>
              <a:rPr lang="en-US" b="1" dirty="0"/>
              <a:t>Key Areas: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Network &amp; Endpoint Security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Secure Device Management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Compliance &amp; Data Protection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Security Operations Center (SOC) activities</a:t>
            </a:r>
          </a:p>
          <a:p>
            <a:r>
              <a:rPr lang="en-US" b="1" dirty="0"/>
              <a:t>Internship Duration:</a:t>
            </a:r>
            <a:r>
              <a:rPr lang="en-US" dirty="0"/>
              <a:t> 05-Jan-2026 to 05-Apr-2026</a:t>
            </a:r>
          </a:p>
          <a:p>
            <a:r>
              <a:rPr lang="en-US" b="1" dirty="0"/>
              <a:t>Location:</a:t>
            </a:r>
            <a:r>
              <a:rPr lang="en-US" dirty="0"/>
              <a:t> 42–43 Electronics City, Hosur Road, Bengaluru 560100</a:t>
            </a:r>
          </a:p>
          <a:p>
            <a:pPr lvl="1"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Domain:</a:t>
            </a:r>
            <a:r>
              <a:rPr lang="en-IN" dirty="0"/>
              <a:t> </a:t>
            </a:r>
            <a:r>
              <a:rPr lang="en-IN" b="1" dirty="0"/>
              <a:t>IT Department – Endpoint Security &amp; Testing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b="1" dirty="0"/>
              <a:t>Technologies Used:</a:t>
            </a:r>
            <a:endParaRPr lang="en-IN" dirty="0"/>
          </a:p>
          <a:p>
            <a:r>
              <a:rPr lang="en-IN" b="1" dirty="0"/>
              <a:t>Endpoint Detection &amp; Response (EDR) Tools</a:t>
            </a:r>
            <a:r>
              <a:rPr lang="en-IN" dirty="0"/>
              <a:t> (e.g., CrowdStrike, Microsoft Defender, Harmony End Point Security)</a:t>
            </a:r>
          </a:p>
          <a:p>
            <a:r>
              <a:rPr lang="en-IN" b="1" dirty="0"/>
              <a:t>Mobile Device Management (Intune MDM)</a:t>
            </a:r>
            <a:endParaRPr lang="en-IN" dirty="0"/>
          </a:p>
          <a:p>
            <a:r>
              <a:rPr lang="en-IN" b="1" dirty="0"/>
              <a:t>Firewall &amp; Network Security Systems</a:t>
            </a:r>
            <a:endParaRPr lang="en-IN" dirty="0"/>
          </a:p>
          <a:p>
            <a:r>
              <a:rPr lang="en-IN" b="1" dirty="0"/>
              <a:t>Vulnerability Management &amp; Patch Deployment</a:t>
            </a:r>
            <a:endParaRPr lang="en-IN" dirty="0"/>
          </a:p>
          <a:p>
            <a:r>
              <a:rPr lang="en-IN" b="1" dirty="0"/>
              <a:t>Key Responsibilities:</a:t>
            </a:r>
            <a:endParaRPr lang="en-IN" dirty="0"/>
          </a:p>
          <a:p>
            <a:r>
              <a:rPr lang="en-IN" dirty="0"/>
              <a:t>Monitoring and securing endpoints (laptops, mobiles, servers)</a:t>
            </a:r>
          </a:p>
          <a:p>
            <a:r>
              <a:rPr lang="en-IN" dirty="0"/>
              <a:t>Implementing security policies and compliance controls</a:t>
            </a:r>
          </a:p>
          <a:p>
            <a:r>
              <a:rPr lang="en-IN" dirty="0"/>
              <a:t>Managing device </a:t>
            </a:r>
            <a:r>
              <a:rPr lang="en-IN" dirty="0" err="1"/>
              <a:t>enrollment</a:t>
            </a:r>
            <a:r>
              <a:rPr lang="en-IN" dirty="0"/>
              <a:t> and authentication</a:t>
            </a:r>
          </a:p>
          <a:p>
            <a:r>
              <a:rPr lang="en-IN" dirty="0"/>
              <a:t>Responding to security incidents and alerts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Team:</a:t>
            </a:r>
            <a:r>
              <a:rPr lang="en-US" dirty="0"/>
              <a:t> </a:t>
            </a:r>
            <a:r>
              <a:rPr lang="en-US" b="1" dirty="0"/>
              <a:t>IT Department Team – Endpoint Management Unit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1" dirty="0"/>
              <a:t>Structure:</a:t>
            </a:r>
            <a:endParaRPr lang="en-US" dirty="0"/>
          </a:p>
          <a:p>
            <a:r>
              <a:rPr lang="en-US" dirty="0"/>
              <a:t>Security Analysts</a:t>
            </a:r>
          </a:p>
          <a:p>
            <a:r>
              <a:rPr lang="en-US" dirty="0"/>
              <a:t>MDM Administrators</a:t>
            </a:r>
          </a:p>
          <a:p>
            <a:r>
              <a:rPr lang="en-US" dirty="0"/>
              <a:t>Network Security Engineers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Your Role:</a:t>
            </a:r>
            <a:endParaRPr lang="en-US" dirty="0"/>
          </a:p>
          <a:p>
            <a:r>
              <a:rPr lang="en-US" dirty="0"/>
              <a:t>Assist in endpoint Devices Testing</a:t>
            </a:r>
          </a:p>
          <a:p>
            <a:r>
              <a:rPr lang="en-US" dirty="0"/>
              <a:t>Support MDM deployment and application management</a:t>
            </a:r>
          </a:p>
          <a:p>
            <a:r>
              <a:rPr lang="en-US" dirty="0"/>
              <a:t>Certificate generation and secure access provisioning</a:t>
            </a:r>
          </a:p>
          <a:p>
            <a:r>
              <a:rPr lang="en-US" dirty="0"/>
              <a:t>Security update deployment and monitoring</a:t>
            </a:r>
          </a:p>
          <a:p>
            <a:r>
              <a:rPr lang="en-US" dirty="0"/>
              <a:t>Install Android Apps Through Centralized, and Restricts The Camera And Copy Paste Access</a:t>
            </a:r>
          </a:p>
          <a:p>
            <a:r>
              <a:rPr lang="en-US" b="1" dirty="0"/>
              <a:t>Reporting Manager:</a:t>
            </a:r>
            <a:r>
              <a:rPr lang="en-US" dirty="0"/>
              <a:t> </a:t>
            </a:r>
            <a:r>
              <a:rPr lang="en-US" b="1" dirty="0"/>
              <a:t>Satya Prasad</a:t>
            </a:r>
            <a:br>
              <a:rPr lang="en-US" dirty="0"/>
            </a:br>
            <a:r>
              <a:rPr lang="en-US" b="1" dirty="0"/>
              <a:t>Reporting to:</a:t>
            </a:r>
            <a:r>
              <a:rPr lang="en-US" dirty="0"/>
              <a:t> Team Lead – IT Department &amp; Endpoint Management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1. Adaptation to Corporate Environment</a:t>
            </a:r>
            <a:endParaRPr lang="en-US" dirty="0"/>
          </a:p>
          <a:p>
            <a:r>
              <a:rPr lang="en-US" dirty="0"/>
              <a:t>Transitioning from academic learning to real-world enterprise IT security</a:t>
            </a:r>
          </a:p>
          <a:p>
            <a:r>
              <a:rPr lang="en-US" dirty="0"/>
              <a:t>Understanding organizational workflows and compliance protocols at TASL</a:t>
            </a:r>
          </a:p>
          <a:p>
            <a:pPr marL="0" indent="0">
              <a:buNone/>
            </a:pPr>
            <a:r>
              <a:rPr lang="en-US" b="1" dirty="0"/>
              <a:t>2. Learning Enterprise Tools &amp; Processes</a:t>
            </a:r>
            <a:endParaRPr lang="en-US" dirty="0"/>
          </a:p>
          <a:p>
            <a:r>
              <a:rPr lang="en-US" dirty="0"/>
              <a:t>Getting hands-on with industry-grade security platforms (EDR, MDM)</a:t>
            </a:r>
          </a:p>
          <a:p>
            <a:r>
              <a:rPr lang="en-US" dirty="0"/>
              <a:t>Navigating large-scale IT infrastructure and security policies</a:t>
            </a:r>
          </a:p>
          <a:p>
            <a:pPr marL="0" indent="0">
              <a:buNone/>
            </a:pPr>
            <a:r>
              <a:rPr lang="en-US" b="1" dirty="0"/>
              <a:t>3. Balancing Security and Usability</a:t>
            </a:r>
            <a:endParaRPr lang="en-US" dirty="0"/>
          </a:p>
          <a:p>
            <a:r>
              <a:rPr lang="en-US" dirty="0"/>
              <a:t>Implementing strict security measures without hindering employee productivity</a:t>
            </a:r>
          </a:p>
          <a:p>
            <a:r>
              <a:rPr lang="en-US" dirty="0"/>
              <a:t>Ensuring seamless device enrollment while maintaining security standards</a:t>
            </a:r>
          </a:p>
          <a:p>
            <a:pPr marL="0" indent="0">
              <a:buNone/>
            </a:pPr>
            <a:r>
              <a:rPr lang="en-US" b="1" dirty="0"/>
              <a:t>4. Communication &amp; Collaboration</a:t>
            </a:r>
            <a:endParaRPr lang="en-US" dirty="0"/>
          </a:p>
          <a:p>
            <a:r>
              <a:rPr lang="en-US" dirty="0"/>
              <a:t>Coordinating with different IT teams (network, SOC, helpdesk)</a:t>
            </a:r>
          </a:p>
          <a:p>
            <a:r>
              <a:rPr lang="en-US" dirty="0"/>
              <a:t>Documenting and reporting security configurations clearly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Primary Objectives:</a:t>
            </a:r>
            <a:endParaRPr lang="en-US" dirty="0"/>
          </a:p>
          <a:p>
            <a:r>
              <a:rPr lang="en-US" dirty="0"/>
              <a:t>Testing the endpoint security organizational devices.</a:t>
            </a:r>
          </a:p>
          <a:p>
            <a:r>
              <a:rPr lang="en-US" dirty="0"/>
              <a:t>Deploy and secure mobile applications via Intune MDM.</a:t>
            </a:r>
          </a:p>
          <a:p>
            <a:r>
              <a:rPr lang="en-US" dirty="0"/>
              <a:t>Enhance device authentication security.</a:t>
            </a:r>
          </a:p>
          <a:p>
            <a:r>
              <a:rPr lang="en-US" dirty="0"/>
              <a:t>Monitor and respond to endpoint security threats in real-time.</a:t>
            </a:r>
          </a:p>
          <a:p>
            <a:pPr marL="0" indent="0">
              <a:buNone/>
            </a:pPr>
            <a:r>
              <a:rPr lang="en-US" b="1" dirty="0"/>
              <a:t>Expected Outcome:</a:t>
            </a:r>
            <a:endParaRPr lang="en-US" dirty="0"/>
          </a:p>
          <a:p>
            <a:r>
              <a:rPr lang="en-US" dirty="0"/>
              <a:t>Strengthened endpoint security posture</a:t>
            </a:r>
          </a:p>
          <a:p>
            <a:r>
              <a:rPr lang="en-US" dirty="0"/>
              <a:t>Reduced vulnerability exposure</a:t>
            </a:r>
          </a:p>
          <a:p>
            <a:r>
              <a:rPr lang="en-US" dirty="0"/>
              <a:t>Improved compliance with security standards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283098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21462-F64A-0F2C-FBB7-823A24252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BBBD4-2330-FC6D-6F06-6AAD789EE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Day wise work in </a:t>
            </a:r>
            <a:r>
              <a:rPr lang="en-US" sz="3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comapany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8281F-22FA-5548-D68D-7BECB7C2C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9186954-0A2E-85DB-BB8B-BDC4032A96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696249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4022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DB3D0D8C-0320-C4A2-42D2-A5D5514062CB}"/>
              </a:ext>
            </a:extLst>
          </p:cNvPr>
          <p:cNvSpPr txBox="1"/>
          <p:nvPr/>
        </p:nvSpPr>
        <p:spPr>
          <a:xfrm>
            <a:off x="312600" y="1209895"/>
            <a:ext cx="7998023" cy="262571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Cambria"/>
                <a:cs typeface="Cambria"/>
              </a:rPr>
              <a:t>The</a:t>
            </a:r>
            <a:r>
              <a:rPr sz="2400" spc="-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Github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link</a:t>
            </a:r>
            <a:r>
              <a:rPr sz="2400" spc="-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provided</a:t>
            </a:r>
            <a:r>
              <a:rPr sz="2400" spc="-5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should</a:t>
            </a:r>
            <a:r>
              <a:rPr sz="2400" spc="-7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have public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access</a:t>
            </a:r>
            <a:r>
              <a:rPr sz="2400" spc="-7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permission.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943735"/>
                </a:solidFill>
                <a:latin typeface="Cambria"/>
                <a:cs typeface="Cambria"/>
              </a:rPr>
              <a:t>Github</a:t>
            </a:r>
            <a:r>
              <a:rPr sz="2400" b="1" spc="-75" dirty="0">
                <a:solidFill>
                  <a:srgbClr val="943735"/>
                </a:solidFill>
                <a:latin typeface="Cambria"/>
                <a:cs typeface="Cambria"/>
              </a:rPr>
              <a:t> </a:t>
            </a:r>
            <a:r>
              <a:rPr sz="2400" b="1" spc="-20" dirty="0">
                <a:solidFill>
                  <a:srgbClr val="943735"/>
                </a:solidFill>
                <a:latin typeface="Cambria"/>
                <a:cs typeface="Cambria"/>
              </a:rPr>
              <a:t>Link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z="2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  <a:hlinkClick r:id="rId2"/>
              </a:rPr>
              <a:t>https://github.com/saif8888888888888/TATA</a:t>
            </a:r>
            <a:r>
              <a:rPr lang="en-IN" sz="24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mbria"/>
                <a:cs typeface="Cambria"/>
              </a:rPr>
              <a:t> Advanced Systems Limited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6" name="Picture 5" descr="A qr code with a black and white background&#10;&#10;AI-generated content may be incorrect.">
            <a:extLst>
              <a:ext uri="{FF2B5EF4-FFF2-40B4-BE49-F238E27FC236}">
                <a16:creationId xmlns:a16="http://schemas.microsoft.com/office/drawing/2014/main" id="{DFD27660-4638-F69C-5F30-D5BFD14B78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623" y="777947"/>
            <a:ext cx="3863160" cy="386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7039</TotalTime>
  <Words>699</Words>
  <Application>Microsoft Office PowerPoint</Application>
  <PresentationFormat>Widescreen</PresentationFormat>
  <Paragraphs>124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Day wise work in comapany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Saifulla Saif</cp:lastModifiedBy>
  <cp:revision>721</cp:revision>
  <dcterms:created xsi:type="dcterms:W3CDTF">2022-10-14T07:18:17Z</dcterms:created>
  <dcterms:modified xsi:type="dcterms:W3CDTF">2026-01-11T12:58:31Z</dcterms:modified>
</cp:coreProperties>
</file>